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TAJUK PEMBENTANGAN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Nama kumpulan · Unit · Tarikh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Isu dan objektif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Apakah masalah yang hendak diselesaikan?</a:t>
            </a:r>
          </a:p>
          <a:p>
            <a:pPr>
              <a:defRPr sz="2200"/>
            </a:pPr>
            <a:r>
              <a:t>Apakah hasil yang diperlukan?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Data dan kaedah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Sumber data · batasan · alat AI · semakan manusia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Dapatan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Masukkan 3 dapatan penting dengan bukti.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Cadangan tindakan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Tindakan · pemilik · keutamaan · tempoh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Risiko dan kawalan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Risiko pelaksanaan · mitigasi · perlindungan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63A5F"/>
                </a:solidFill>
              </a:defRPr>
            </a:pPr>
            <a:r>
              <a:t>Keputusan diperlukan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Nyatakan kelulusan atau tindakan susulan yang dimohon.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